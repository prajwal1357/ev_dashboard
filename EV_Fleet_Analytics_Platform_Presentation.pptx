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ELECTRIC VEHICLE (EV) FLEET CHARGING &amp; BATTERY HEALTH ANALYTICS PLATFORM</a:t>
            </a:r>
          </a:p>
          <a:p>
            <a:pPr>
              <a:spcAft>
                <a:spcPts val="2800"/>
              </a:spcAft>
              <a:defRPr sz="1800">
                <a:solidFill>
                  <a:srgbClr val="48CAE4"/>
                </a:solidFill>
                <a:latin typeface="Arial"/>
              </a:defRPr>
            </a:pPr>
            <a:r>
              <a:t>An Enterprise-Grade Solution for Data Engineering, Cloud Warehousing, RPA Orchestration, Business Intelligence &amp; AI Insights</a:t>
            </a:r>
          </a:p>
          <a:p>
            <a:pPr>
              <a:defRPr sz="1400">
                <a:solidFill>
                  <a:srgbClr val="C8D7E6"/>
                </a:solidFill>
                <a:latin typeface="Arial"/>
              </a:defRPr>
            </a:pPr>
            <a:r>
              <a:t>Technology Stack: Snowflake | Alteryx | UiPath RPA | Power BI &amp; MS Fabric | Node.js | Chart.js &amp; AI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Executive Summary &amp; Business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Operational Challenges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Unmonitored Battery Degradation leading to sudden fleet vehicle failure.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Uncontrolled Charging Expenses during high-cost peak grid demand periods.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Data Silos across telemetry, location, maintenance logs, and financial records.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Lack of Predictive Insights to schedule timely battery maintenance before breakdown.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Delivered Platform Value &amp; ROI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14% Monthly Energy Cost Savings via AI-driven peak-shifting recommendations.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Continuous SOH Tracking to maintain battery State of Health &gt; 80%.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Automated Data Pipelines delivering real-time telemetry to Snowflake Data Warehouse.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6 Interactive Fabric Dashboards + AI Assistant Natural Language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End-to-End Enterprise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8CAE4"/>
                </a:solidFill>
                <a:latin typeface="Arial"/>
              </a:defRPr>
            </a:pPr>
            <a:r>
              <a:t>1. Ingestion &amp; Data Prep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Raw Kaggle EV telemetry CSV data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Alteryx ETL workflow cleans data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Handles missing values &amp; duplicates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Calculates kWh/100km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77B6"/>
                </a:solidFill>
                <a:latin typeface="Arial"/>
              </a:defRPr>
            </a:pPr>
            <a:r>
              <a:t>2. Warehouse &amp; Automation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Snowflake Star Schema (RAW/CORE/MART)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CDC Streams &amp; 60-min Scheduled Tasks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UiPath RPA orchestrates SP execution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Automates PBI refresh &amp; executive emails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3. BI &amp; AI Insights UI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6 Dark-Blue Microsoft Fabric pages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Production DAX KPI measures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Chart.js interactive web app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AI SOH &amp; cost prediction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 Cleansing &amp; Transformation (Alteryx)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8CAE4"/>
                </a:solidFill>
                <a:latin typeface="Arial"/>
              </a:defRPr>
            </a:pPr>
            <a:r>
              <a:t>ETL Pipeline Modules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Input Data Tool: Loads raw vehicle telemetry &amp; session data.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Data Cleansing &amp; Select: Normalizes strings, handles white space.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Imputation: Resolves missing ambient temp &amp; trip distance.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Unique &amp; Filter: Eliminates duplicates on composite key (Vehicle_ID, Start_Time).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8CAE4"/>
                </a:solidFill>
                <a:latin typeface="Arial"/>
              </a:defRPr>
            </a:pPr>
            <a:r>
              <a:t>Feature Engineering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Energy Efficiency: Computes (Energy_Consumed / Distance) * 100.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SOH Degradation Bucket: Classifies Battery SOH into Optimal (&gt;90%), Moderate (80-90%), Alert (&lt;80%).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Cost Calculation: Applies peak/off-peak rate tariffs to session energy.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Cleaned CSV Export: Formats clean data for Snowflake ingestion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Cloud Data Warehousing (Snowflake)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77B6"/>
                </a:solidFill>
                <a:latin typeface="Arial"/>
              </a:defRPr>
            </a:pPr>
            <a:r>
              <a:t>Multi-Layered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RAW Schema: Staging landing tables for raw session loads.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CORE Schema: Production Star Schema DDL.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• DIM_VEHICLE (Vehicle_SK, Model, Capacity, Fleet_ID)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• FACT_CHARGING_SESSIONS (Session_SK, SOH, kWh, Cost, Efficiency)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MART Schema: Pre-computed business analytics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0077B6"/>
                </a:solidFill>
                <a:latin typeface="Arial"/>
              </a:defRPr>
            </a:pPr>
            <a:r>
              <a:t>CDC &amp; Stored Procedures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SP_POPULATE_STAR_SCHEMA(): Automates ETL from RAW into CORE Star Schema.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SP_CALCULATE_BATTERY_DEGRADATION(): Computes monthly degradation rate.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CDC Streams: Tracks real-time telemetry changes on raw tables.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Scheduled Tasks: Runs stored procedures automatically every 60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Robotic Process Automation (UiPath RPA)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Automated Workflow Engine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Directory Watcher: Triggers on new CSV arrival in landing folder.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Database Connector: Invokes Snowflake Stored Procedures securely.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Power BI API Integration: Triggers dataset refresh on completion.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Exception Handling: Try-Catch blocks log operational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Executive Reporting &amp; Alerts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Excel Generator: Builds daily fleet executive summary report.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Email Dispatcher: Sends HTML reports to executive stakeholders.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Critical Alert Dispatch: Sends SMS/Email alerts when SOH drops below 80%.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Audit Logging: Writes RPA execution metrics to GOVERNANCE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Power BI &amp; MS Fabric Dark-Blue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8CAE4"/>
                </a:solidFill>
                <a:latin typeface="Arial"/>
              </a:defRPr>
            </a:pPr>
            <a:r>
              <a:t>6 Interactive Dashboard Pages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1. Executive Dashboard: Fleet KPIs, cost metrics, active vehicles.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2. Battery Health Analytics: SOH degradation, cell risk, temperature.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3. Charging Operations: Station utilization, peak vs off-peak rates.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4. Fleet Performance: Distance covered, energy efficiency (kWh/100km).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5. Cost Analysis: Energy expense growth, depot tariff breakdown.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6. AI Predictive Dashboard: Maintenance forecasts &amp; AI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8CAE4"/>
                </a:solidFill>
                <a:latin typeface="Arial"/>
              </a:defRPr>
            </a:pPr>
            <a:r>
              <a:t>Fabric Design &amp; Production DAX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Styling: Obsidian (#0B132B) &amp; Slate Navy (#1C2541) glassmorphism UI.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DAX SOH Measure: CALCULATE(AVERAGE(FACT[Battery_SOH])).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DAX Cost Growth: DIVIDE([Current_Cost] - [Prior_Cost], [Prior_Cost]).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DirectLake Storage: Real-time query performance over OneLake Delta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Interactive AI Insights &amp; Predictive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Predictive AI Models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SOH Degradation Predictor: Estimates battery end-of-life timeframe based on charge rate &amp; thermal stress.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Charging Cost Optimizer: Analyzes hourly tariff cycles to recommend shift to off-peak hours (11 PM - 6 AM).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Anomaly Detection: Flags abnormal energy draw or rapid voltage drops.</a:t>
            </a:r>
          </a:p>
        </p:txBody>
      </p:sp>
      <p:pic>
        <p:nvPicPr>
          <p:cNvPr id="5" name="Picture 4" descr="batte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Governance, Security &amp; Lineage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Security &amp; Compliance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Role-Based Access (RBAC): EV_ADMIN, EV_DATA_ENGINEER, EV_ANALYST, EV_MAINTENANCE_TECH.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Column-Level Masking: Redacts driver PII &amp; location coordinates for analyst roles.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Encryption: AES-256 bit at rest, TLS 1.3 in transit.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Disaster Recovery: 30-day Snowflake Time Travel &amp; multi-region backup.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Data Quality &amp; Lineage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Data Quality Exceptions: Automated rules trap invalid SOH (&lt;50% or &gt;100%) or NULL vehicle IDs.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Audit Logging: All Snowflake transactions &amp; RPA steps logged to GOVERNANCE.AUDIT_LOGS.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Lineage Mapping: Documented flow from Kaggle CSV -&gt; Alteryx -&gt; Snowflake -&gt; Fabric -&gt; AI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  <a:latin typeface="Arial"/>
              </a:defRPr>
            </a:pPr>
            <a:r>
              <a:t>EV FLEET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Summary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8CAE4"/>
                </a:solidFill>
                <a:latin typeface="Arial"/>
              </a:defRPr>
            </a:pPr>
            <a:r>
              <a:t>Key Project Milestones Achieved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End-to-End Automated Pipeline operational across Alteryx, Snowflake, UiPath, and Fabric.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Web Application live at http://localhost:3000 with Chart.js &amp; AI Engine.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14% Energy Cost Optimization validated through tariff peak-shifting.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Complete enterprise documentation, ERD diagrams &amp; governance matrices.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48CAE4"/>
                </a:solidFill>
                <a:latin typeface="Arial"/>
              </a:defRPr>
            </a:pPr>
            <a:r>
              <a:t>Future Roadmap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Direct IoT Telemetry Integration via Kafka / AWS IoT Core.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Deep Learning Battery Degradation Forecasting (LSTM models).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Vehicle-to-Grid (V2G) Energy Trading Module.</a:t>
            </a:r>
          </a:p>
          <a:p>
            <a:pPr>
              <a:spcAft>
                <a:spcPts val="600"/>
              </a:spcAft>
              <a:defRPr sz="1300">
                <a:solidFill>
                  <a:srgbClr val="C8D7E6"/>
                </a:solidFill>
                <a:latin typeface="Arial"/>
              </a:defRPr>
            </a:pPr>
            <a:r>
              <a:t>• Mobile App interface for fleet drivers &amp; depot managers.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